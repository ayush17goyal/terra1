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914400"/>
            <a:ext cx="73152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dirty="0">
                <a:solidFill>
                  <a:srgbClr val="000000"/>
                </a:solidFill>
              </a:rPr>
              <a:t>Legal Presentation and Research Paper Guidelines</a:t>
            </a: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2026-06-24T13:58:22Z</dcterms:created>
  <dcterms:modified xsi:type="dcterms:W3CDTF">2026-06-24T13:58:22Z</dcterms:modified>
</cp:coreProperties>
</file>